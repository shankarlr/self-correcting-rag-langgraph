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9000"/>
                <a:lumOff val="91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Master Data Plan – Project Support Chatbot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 fontScale="30000"/>
          </a:bodyPr>
          <a:p>
            <a:r>
              <a:rPr lang="en-US" altLang="en-GB"/>
              <a:t>1</a:t>
            </a:r>
            <a:endParaRPr lang="en-US" altLang="en-GB"/>
          </a:p>
          <a:p>
            <a:endParaRPr lang="en-US" altLang="en-GB"/>
          </a:p>
          <a:p>
            <a:r>
              <a:rPr lang="en-US" altLang="en-GB" sz="4500"/>
              <a:t> </a:t>
            </a:r>
            <a:r>
              <a:rPr lang="en-US" altLang="en-GB" sz="4000" b="1">
                <a:latin typeface="Arial" panose="020B0604020202020204" pitchFamily="34" charset="0"/>
                <a:cs typeface="Arial" panose="020B0604020202020204" pitchFamily="34" charset="0"/>
              </a:rPr>
              <a:t> Building a Reliable Foundation for Efficient Project Support</a:t>
            </a:r>
            <a:endParaRPr lang="en-US" altLang="en-GB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altLang="en-US" sz="4000"/>
              <a:t>Shankar L R</a:t>
            </a:r>
            <a:br>
              <a:rPr lang="en-GB" altLang="en-US" sz="4000"/>
            </a:br>
            <a:r>
              <a:rPr lang="en-GB" altLang="en-US" sz="4000"/>
              <a:t>28/07/2025</a:t>
            </a:r>
            <a:br>
              <a:rPr lang="en-GB" altLang="en-US" sz="4000"/>
            </a:br>
            <a:endParaRPr lang="en-GB" altLang="en-US"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Executive Summary</a:t>
            </a: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/>
              <a:t>The chatbot will assist project teams with quick, accurate support.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Success depends on clean, organized, and accessible data.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This plan ensures structured data delivery and maintenance for reliable chatbot performance.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Challenge</a:t>
            </a: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/>
              <a:t>Information is scattered across multiple platforms.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Outdated or inconsistent documents cause delays.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Teams rely too much on SMEs for routine issues.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The chatbot requires dependable and updated content</a:t>
            </a:r>
            <a:r>
              <a:rPr lang="en-GB" altLang="en-US"/>
              <a:t>.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Data We’re Managing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 fontScale="60000"/>
          </a:bodyPr>
          <a:p>
            <a:pPr marL="0" indent="0">
              <a:buNone/>
            </a:pPr>
            <a:r>
              <a:rPr lang="en-US" altLang="en-GB" b="1"/>
              <a:t>We’ll focus on the core types of information the chatbot needs:</a:t>
            </a:r>
            <a:endParaRPr lang="en-US" altLang="en-GB" b="1"/>
          </a:p>
          <a:p>
            <a:endParaRPr lang="en-US" altLang="en-GB"/>
          </a:p>
          <a:p>
            <a:r>
              <a:rPr lang="en-US" altLang="en-GB"/>
              <a:t>Project Details – project names, owners, statuses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Process Documents – </a:t>
            </a:r>
            <a:r>
              <a:rPr lang="en-GB" altLang="en-US"/>
              <a:t>Knowledge base</a:t>
            </a:r>
            <a:r>
              <a:rPr lang="en-US" altLang="en-GB"/>
              <a:t>, handbooks, how-to guides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Support Contacts – who to reach for what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Tools &amp; Links –  dashboards, folders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Common Questions – FAQs, error resolutions, repeat queries</a:t>
            </a:r>
            <a:endParaRPr lang="en-US" altLang="en-GB"/>
          </a:p>
          <a:p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GB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Sources</a:t>
            </a:r>
            <a:endParaRPr lang="en-GB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GB" altLang="en-US"/>
              <a:t>Some of the sources:</a:t>
            </a:r>
            <a:endParaRPr lang="en-GB" altLang="en-US"/>
          </a:p>
          <a:p>
            <a:pPr marL="514350" indent="-514350">
              <a:buAutoNum type="arabicPeriod"/>
            </a:pPr>
            <a:r>
              <a:rPr lang="en-GB" altLang="en-US"/>
              <a:t>Sharepoint</a:t>
            </a:r>
            <a:endParaRPr lang="en-GB" altLang="en-US"/>
          </a:p>
          <a:p>
            <a:pPr marL="514350" indent="-514350">
              <a:buAutoNum type="arabicPeriod"/>
            </a:pPr>
            <a:r>
              <a:rPr lang="en-GB" altLang="en-US"/>
              <a:t>Excel</a:t>
            </a:r>
            <a:endParaRPr lang="en-GB" altLang="en-US"/>
          </a:p>
          <a:p>
            <a:pPr marL="514350" indent="-514350">
              <a:buAutoNum type="arabicPeriod"/>
            </a:pPr>
            <a:r>
              <a:rPr lang="en-GB" altLang="en-US"/>
              <a:t>Sql</a:t>
            </a:r>
            <a:endParaRPr lang="en-GB" altLang="en-US"/>
          </a:p>
          <a:p>
            <a:pPr marL="514350" indent="-514350">
              <a:buAutoNum type="arabicPeriod"/>
            </a:pPr>
            <a:r>
              <a:rPr lang="en-GB" altLang="en-US"/>
              <a:t>Online source etc.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r>
              <a:rPr lang="en-GB" altLang="en-US"/>
              <a:t>Type of data needed: Emails, doccumentions, chats, websites etc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Ensuring Data Quality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 sz="2400" b="1"/>
              <a:t>Ownership</a:t>
            </a:r>
            <a:r>
              <a:rPr lang="en-US" altLang="en-GB" sz="2400"/>
              <a:t>: Assign someone from each team to be responsible for their data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 b="1"/>
              <a:t>Updates</a:t>
            </a:r>
            <a:r>
              <a:rPr lang="en-US" altLang="en-GB" sz="2400"/>
              <a:t>: Regular checks to keep documents and records</a:t>
            </a:r>
            <a:r>
              <a:rPr lang="en-GB" altLang="en-US" sz="2400"/>
              <a:t>.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 b="1"/>
              <a:t>Access</a:t>
            </a:r>
            <a:r>
              <a:rPr lang="en-US" altLang="en-GB" sz="2400"/>
              <a:t>: Not everyone can edit—just the right people</a:t>
            </a:r>
            <a:endParaRPr lang="en-US" altLang="en-GB" sz="2400"/>
          </a:p>
          <a:p>
            <a:endParaRPr lang="en-US" altLang="en-GB" sz="2400"/>
          </a:p>
          <a:p>
            <a:r>
              <a:rPr lang="en-US" altLang="en-GB" sz="2400" b="1"/>
              <a:t>Versioning</a:t>
            </a:r>
            <a:r>
              <a:rPr lang="en-US" altLang="en-GB" sz="2400"/>
              <a:t>: Every change is tracked and reviewed</a:t>
            </a:r>
            <a:endParaRPr lang="en-US" altLang="en-GB" sz="2400"/>
          </a:p>
          <a:p>
            <a:endParaRPr lang="en-US" altLang="en-GB" sz="2400"/>
          </a:p>
          <a:p>
            <a:endParaRPr lang="en-US" altLang="en-GB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Success Metrics</a:t>
            </a: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/>
              <a:t>95%+ chatbot response accuracy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70% reduction in SME involvement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Weekly data sync success = 100%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User satisfaction rating &gt; 4.5/5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Implementation Plan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11" name="Content Placeholder 10"/>
          <p:cNvGraphicFramePr/>
          <p:nvPr>
            <p:ph idx="1"/>
            <p:custDataLst>
              <p:tags r:id="rId1"/>
            </p:custDataLst>
          </p:nvPr>
        </p:nvGraphicFramePr>
        <p:xfrm>
          <a:off x="838200" y="2854325"/>
          <a:ext cx="10515600" cy="268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671195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671195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671195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  <a:tr h="671195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2"/>
            </p:custDataLst>
          </p:nvPr>
        </p:nvGraphicFramePr>
        <p:xfrm>
          <a:off x="1185545" y="2941320"/>
          <a:ext cx="9821545" cy="2312670"/>
        </p:xfrm>
        <a:graphic>
          <a:graphicData uri="http://schemas.openxmlformats.org/drawingml/2006/table">
            <a:tbl>
              <a:tblPr/>
              <a:tblGrid>
                <a:gridCol w="1719580"/>
                <a:gridCol w="8101965"/>
              </a:tblGrid>
              <a:tr h="613410">
                <a:tc>
                  <a:txBody>
                    <a:bodyPr/>
                    <a:p>
                      <a:r>
                        <a:rPr sz="1600" b="1"/>
                        <a:t>Data Review &amp; Cleanup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/>
                        <a:t>Week 1–2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r>
                        <a:rPr sz="1600" b="1"/>
                        <a:t>Setup Integrations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/>
                        <a:t>Week 3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r>
                        <a:rPr sz="1600" b="1"/>
                        <a:t>Chatbot Testing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/>
                        <a:t>Week 4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r>
                        <a:rPr sz="1600" b="1"/>
                        <a:t>Launch &amp; Monitor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 b="1"/>
                        <a:t>Week 5 onward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US" altLang="en-GB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Business Impact</a:t>
            </a:r>
            <a:endParaRPr lang="en-US" altLang="en-GB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/>
              <a:t>Speeds up team access to reliable info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Reduces manual support workload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Enables consistent process adherence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Supports scalable team onboarding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p>
            <a:r>
              <a:rPr lang="en-GB" altLang="en-US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Next Steps</a:t>
            </a:r>
            <a:endParaRPr lang="en-GB" altLang="en-US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p>
            <a:r>
              <a:rPr lang="en-US" altLang="en-GB"/>
              <a:t>Confirm data stewards and owners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Start integration with top-priority data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Schedule routine audits and refreshes</a:t>
            </a:r>
            <a:endParaRPr lang="en-US" altLang="en-GB"/>
          </a:p>
          <a:p>
            <a:endParaRPr lang="en-US" altLang="en-GB"/>
          </a:p>
          <a:p>
            <a:pPr marL="0" indent="0">
              <a:buNone/>
            </a:pPr>
            <a:r>
              <a:rPr lang="en-GB" altLang="en-US"/>
              <a:t>                  </a:t>
            </a:r>
            <a:endParaRPr lang="en-GB" altLang="en-US"/>
          </a:p>
          <a:p>
            <a:pPr marL="0" indent="0" algn="ctr">
              <a:buNone/>
            </a:pPr>
            <a:r>
              <a:rPr lang="en-GB" altLang="en-US" b="1"/>
              <a:t>  </a:t>
            </a:r>
            <a:r>
              <a:rPr lang="en-US" altLang="en-GB" b="1"/>
              <a:t>Thank you! Let’s align on execution steps</a:t>
            </a:r>
            <a:endParaRPr lang="en-US" altLang="en-GB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211"/>
  <p:tag name="TABLE_ENDDRAG_RECT" val="66*224*828*211"/>
</p:tagLst>
</file>

<file path=ppt/tags/tag2.xml><?xml version="1.0" encoding="utf-8"?>
<p:tagLst xmlns:p="http://schemas.openxmlformats.org/presentationml/2006/main">
  <p:tag name="TABLE_ENDDRAG_ORIGIN_RECT" val="773*178"/>
  <p:tag name="TABLE_ENDDRAG_RECT" val="118*235*773*17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1889</Words>
  <Application>WPS Presentation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 Master Data Plan – Project Support Chatbot</dc:title>
  <dc:creator>hp</dc:creator>
  <cp:lastModifiedBy>shankar lr</cp:lastModifiedBy>
  <cp:revision>3</cp:revision>
  <dcterms:created xsi:type="dcterms:W3CDTF">2025-07-28T09:50:04Z</dcterms:created>
  <dcterms:modified xsi:type="dcterms:W3CDTF">2025-07-28T10:24:28Z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D84AA1FFE41940EF9AAE95844B37A637_11</vt:lpwstr>
  </property>
  <property fmtid="{D5CDD505-2E9C-101B-9397-08002B2CF9AE}" pid="3" name="KSOProductBuildVer">
    <vt:lpwstr>2057-12.2.0.21931</vt:lpwstr>
  </property>
</Properties>
</file>